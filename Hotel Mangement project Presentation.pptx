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304" r:id="rId5"/>
    <p:sldId id="295" r:id="rId6"/>
    <p:sldId id="305" r:id="rId7"/>
    <p:sldId id="299" r:id="rId8"/>
    <p:sldId id="307" r:id="rId9"/>
    <p:sldId id="309" r:id="rId10"/>
    <p:sldId id="316" r:id="rId11"/>
    <p:sldId id="317" r:id="rId12"/>
    <p:sldId id="268" r:id="rId13"/>
    <p:sldId id="263" r:id="rId14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99"/>
    <a:srgbClr val="394404"/>
    <a:srgbClr val="5F6F0F"/>
    <a:srgbClr val="718412"/>
    <a:srgbClr val="65741A"/>
    <a:srgbClr val="70811D"/>
    <a:srgbClr val="7B8D1F"/>
    <a:srgbClr val="839721"/>
    <a:srgbClr val="95AB25"/>
    <a:srgbClr val="BC5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2/23/2026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2/22/2026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183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0192" y="640838"/>
            <a:ext cx="8735325" cy="200025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29B05-4E5F-400E-9946-C190D68D58FD}" type="datetime1">
              <a:rPr lang="en-US" smtClean="0"/>
              <a:t>2/23/2026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C014DD1E-5D91-48A3-AD6D-45FBA980D10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D10674-B481-0915-1F56-775B4C1CC3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74" y="95155"/>
            <a:ext cx="2320696" cy="997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5C69-B96A-4B28-9C2C-278C09159472}" type="datetime1">
              <a:rPr lang="en-US" smtClean="0"/>
              <a:t>2/23/2026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CF1B8C-A396-7831-FFCE-8D6B315958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74" y="95155"/>
            <a:ext cx="2320696" cy="997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80190-5971-4A70-B011-10CAF5D93F68}" type="datetime1">
              <a:rPr lang="en-US" smtClean="0"/>
              <a:t>2/23/2026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C7CCA6-67DE-48A9-1C97-F9A36A943F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74" y="95155"/>
            <a:ext cx="2320696" cy="997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A751C-177C-458F-97ED-F13A0331CFE7}" type="datetime1">
              <a:rPr lang="en-US" smtClean="0"/>
              <a:t>2/23/2026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1158EA-3572-5FC5-27CA-5078D64E79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74" y="95155"/>
            <a:ext cx="2320696" cy="997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1DD7A-41C6-486C-A46B-C04BE05DBA57}" type="datetime1">
              <a:rPr lang="en-US" smtClean="0"/>
              <a:t>2/23/2026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C4129A4-A7C9-038A-E0D0-57CB964EB8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74" y="95155"/>
            <a:ext cx="2320696" cy="997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075" y="2716085"/>
            <a:ext cx="10360501" cy="12239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D22D1-EA8F-406A-930F-FBEFD64455C8}" type="datetime1">
              <a:rPr lang="en-US" smtClean="0"/>
              <a:t>2/23/2026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54AF5D-4189-1CEB-59D0-9E8577E411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74" y="95155"/>
            <a:ext cx="2320696" cy="997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36754-05C7-4A6F-99A6-A389449DE318}" type="datetime1">
              <a:rPr lang="en-US" smtClean="0"/>
              <a:t>2/23/2026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28FB21-0492-9AE7-7514-E9FC188813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74" y="95155"/>
            <a:ext cx="2320696" cy="997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1130B-FCAD-41C4-9E97-E6E559E99174}" type="datetime1">
              <a:rPr lang="en-US" smtClean="0"/>
              <a:t>2/22/2026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95EAA-06B8-4735-AF30-A963479F2679}" type="datetime1">
              <a:rPr lang="en-US" smtClean="0"/>
              <a:t>2/22/2026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BC4AC-A3C7-4CE9-A6BE-FF15E3CAE835}" type="datetime1">
              <a:rPr lang="en-US" smtClean="0"/>
              <a:t>2/22/2026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  <p:pic>
        <p:nvPicPr>
          <p:cNvPr id="7" name="Picture 6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34178499-FA36-EA19-1697-B023F45A6F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781"/>
          <a:stretch/>
        </p:blipFill>
        <p:spPr>
          <a:xfrm>
            <a:off x="11266423" y="136523"/>
            <a:ext cx="625921" cy="8229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81582F-1E1A-3A60-DCA6-BE9285282B5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443463" y="136523"/>
            <a:ext cx="822960" cy="8229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7A10C-AD38-48A2-A17B-D9A15964BF64}" type="datetime1">
              <a:rPr lang="en-US" smtClean="0"/>
              <a:t>2/22/2026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50839-7D6B-4168-900C-F2EDAD44A038}" type="datetime1">
              <a:rPr lang="en-US" smtClean="0"/>
              <a:t>2/22/2026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fld id="{C61FF227-8E09-4440-A61F-DFDC86CEFC8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34410-5D7E-5C5B-E28D-A89D8E2F4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8D8B82A-3413-1694-A4F1-A29BAA067B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5172" y="1543050"/>
            <a:ext cx="8735325" cy="2000251"/>
          </a:xfrm>
        </p:spPr>
        <p:txBody>
          <a:bodyPr>
            <a:normAutofit/>
          </a:bodyPr>
          <a:lstStyle/>
          <a:p>
            <a:r>
              <a:rPr lang="en-US" b="1" dirty="0"/>
              <a:t>Hotel Management System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9EDE1-DF7B-9BCD-7B0B-E718FDB5E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881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2">
            <a:extLst>
              <a:ext uri="{FF2B5EF4-FFF2-40B4-BE49-F238E27FC236}">
                <a16:creationId xmlns:a16="http://schemas.microsoft.com/office/drawing/2014/main" id="{A5C15C40-E874-A0AD-6803-A16583AE6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803276"/>
            <a:ext cx="10360025" cy="1223962"/>
          </a:xfrm>
        </p:spPr>
        <p:txBody>
          <a:bodyPr vert="horz" lIns="121899" tIns="60949" rIns="121899" bIns="60949" rtlCol="0" anchor="b">
            <a:normAutofit/>
          </a:bodyPr>
          <a:lstStyle/>
          <a:p>
            <a:r>
              <a:rPr kumimoji="0" lang="en-US" b="0" i="0" u="none" strike="noStrike" cap="all" spc="200" normalizeH="0" baseline="0" noProof="0" dirty="0">
                <a:ln>
                  <a:noFill/>
                </a:ln>
                <a:effectLst/>
                <a:uLnTx/>
                <a:uFillTx/>
              </a:rPr>
              <a:t>Prepared by: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169678-3787-DA41-8D60-D430751CB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4DD620C-1873-B270-DF28-A1DD3CFEC7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9925725"/>
              </p:ext>
            </p:extLst>
          </p:nvPr>
        </p:nvGraphicFramePr>
        <p:xfrm>
          <a:off x="1219199" y="2555876"/>
          <a:ext cx="1036002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0025">
                  <a:extLst>
                    <a:ext uri="{9D8B030D-6E8A-4147-A177-3AD203B41FA5}">
                      <a16:colId xmlns:a16="http://schemas.microsoft.com/office/drawing/2014/main" val="9872859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 (Body)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930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Muath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Alhurtumi</a:t>
                      </a:r>
                      <a:endParaRPr lang="en-US" dirty="0">
                        <a:latin typeface="Calibri (Body)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287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Fahad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Alghofaili</a:t>
                      </a:r>
                      <a:endParaRPr lang="en-US" dirty="0">
                        <a:latin typeface="Calibri (Body)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2720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Saad Alshahrani</a:t>
                      </a:r>
                      <a:r>
                        <a:rPr lang="en-US" dirty="0">
                          <a:latin typeface="Calibri (Body)"/>
                          <a:cs typeface="Times New Roman" panose="02020603050405020304" pitchFamily="18" charset="0"/>
                        </a:rPr>
                        <a:t>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612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Ahmed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Alshimshir</a:t>
                      </a:r>
                      <a:endParaRPr lang="en-US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2109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Mansour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Alhenaki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2333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5360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D5633-786A-3AB0-90CF-F2A3C3F51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062" y="975029"/>
            <a:ext cx="10360501" cy="1223963"/>
          </a:xfrm>
        </p:spPr>
        <p:txBody>
          <a:bodyPr/>
          <a:lstStyle/>
          <a:p>
            <a:r>
              <a:rPr lang="en-US" cap="all" spc="200" dirty="0"/>
              <a:t>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E68C3B6-F768-A8FD-31A8-B4C88E3AC6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09915" y="2198992"/>
            <a:ext cx="3286477" cy="1666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Aft>
                <a:spcPct val="0"/>
              </a:spcAft>
            </a:pPr>
            <a:r>
              <a:rPr lang="en-US" dirty="0"/>
              <a:t>Introduction</a:t>
            </a:r>
          </a:p>
          <a:p>
            <a:pPr algn="just" fontAlgn="base">
              <a:spcAft>
                <a:spcPct val="0"/>
              </a:spcAft>
            </a:pPr>
            <a:r>
              <a:rPr lang="en-US" altLang="en-US" dirty="0"/>
              <a:t>UML</a:t>
            </a:r>
          </a:p>
          <a:p>
            <a:r>
              <a:rPr lang="en-US" dirty="0"/>
              <a:t>Classes Description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500CB86-B278-41CB-3E50-F42251AEE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499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B21E7-537A-38D0-965E-ED15762A0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09265-D71C-A424-60EA-8ECE32AC6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2375" y="2075371"/>
            <a:ext cx="10360501" cy="4462272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Hotel Reservation Management System</a:t>
            </a:r>
          </a:p>
          <a:p>
            <a:pPr algn="just"/>
            <a:r>
              <a:rPr lang="en-US" sz="2000" b="1" dirty="0"/>
              <a:t>Two main users:</a:t>
            </a:r>
            <a:r>
              <a:rPr lang="en-US" sz="2000" dirty="0"/>
              <a:t> Employee &amp; Guest</a:t>
            </a:r>
          </a:p>
          <a:p>
            <a:pPr algn="just"/>
            <a:r>
              <a:rPr lang="en-US" sz="2000" b="1" dirty="0"/>
              <a:t>Employee:</a:t>
            </a:r>
            <a:r>
              <a:rPr lang="en-US" sz="2000" dirty="0"/>
              <a:t> manages hotel, adds/removes rooms</a:t>
            </a:r>
          </a:p>
          <a:p>
            <a:pPr algn="just"/>
            <a:r>
              <a:rPr lang="en-US" sz="2000" b="1" dirty="0"/>
              <a:t>Guest:</a:t>
            </a:r>
            <a:r>
              <a:rPr lang="en-US" sz="2000" dirty="0"/>
              <a:t> books, cancels, and checks out rooms</a:t>
            </a:r>
          </a:p>
          <a:p>
            <a:r>
              <a:rPr lang="en-US" sz="2000" b="1" dirty="0"/>
              <a:t>Check-out:</a:t>
            </a:r>
            <a:r>
              <a:rPr lang="en-US" sz="2000" dirty="0"/>
              <a:t> saves booking in </a:t>
            </a:r>
            <a:r>
              <a:rPr lang="en-US" sz="2000" dirty="0" err="1"/>
              <a:t>history.json</a:t>
            </a:r>
            <a:endParaRPr lang="en-US" sz="20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600" dirty="0"/>
              <a:t>Stores: name, phone, nights stayed, total cost</a:t>
            </a:r>
          </a:p>
          <a:p>
            <a:pPr algn="just"/>
            <a:endParaRPr lang="ar-SA" sz="2000" dirty="0"/>
          </a:p>
        </p:txBody>
      </p:sp>
      <p:sp>
        <p:nvSpPr>
          <p:cNvPr id="6" name="Title 12">
            <a:extLst>
              <a:ext uri="{FF2B5EF4-FFF2-40B4-BE49-F238E27FC236}">
                <a16:creationId xmlns:a16="http://schemas.microsoft.com/office/drawing/2014/main" id="{F6C2E16F-34C3-6403-AFAF-F401BF1C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0025" cy="1223962"/>
          </a:xfrm>
        </p:spPr>
        <p:txBody>
          <a:bodyPr vert="horz" lIns="121899" tIns="60949" rIns="121899" bIns="60949" rtlCol="0" anchor="b">
            <a:normAutofit/>
          </a:bodyPr>
          <a:lstStyle/>
          <a:p>
            <a:pPr algn="just" fontAlgn="base">
              <a:spcAft>
                <a:spcPct val="0"/>
              </a:spcAft>
            </a:pPr>
            <a:r>
              <a:rPr lang="en-US" dirty="0"/>
              <a:t>Introduction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1D0F261-6293-4D6D-D10A-4C62963F9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107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3BDDF-DE7A-6309-1781-4191D9ACB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2">
            <a:extLst>
              <a:ext uri="{FF2B5EF4-FFF2-40B4-BE49-F238E27FC236}">
                <a16:creationId xmlns:a16="http://schemas.microsoft.com/office/drawing/2014/main" id="{FD6E6558-D0E1-4664-6815-2C60F2834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577" y="246102"/>
            <a:ext cx="3547670" cy="554357"/>
          </a:xfrm>
        </p:spPr>
        <p:txBody>
          <a:bodyPr vert="horz" lIns="121899" tIns="60949" rIns="121899" bIns="60949" rtlCol="0">
            <a:normAutofit fontScale="90000"/>
          </a:bodyPr>
          <a:lstStyle/>
          <a:p>
            <a:r>
              <a:rPr lang="en-US" dirty="0"/>
              <a:t>UML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496F3CE-37D9-714A-B203-56C895E9D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3649" y="6356352"/>
            <a:ext cx="1015735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C014DD1E-5D91-48A3-AD6D-45FBA980D106}" type="slidenum">
              <a:rPr lang="en-US" sz="1700" smtClean="0"/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en-US" sz="17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1B4054-3925-ECD4-651B-5B26156541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607" y="953527"/>
            <a:ext cx="8158797" cy="5658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914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E8848-1CFC-B107-8E3E-1D34BE63E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2">
            <a:extLst>
              <a:ext uri="{FF2B5EF4-FFF2-40B4-BE49-F238E27FC236}">
                <a16:creationId xmlns:a16="http://schemas.microsoft.com/office/drawing/2014/main" id="{C5035276-B31E-077A-AE43-0A2D6BCA4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1084634"/>
            <a:ext cx="10360501" cy="1223963"/>
          </a:xfrm>
        </p:spPr>
        <p:txBody>
          <a:bodyPr vert="horz" lIns="121899" tIns="60949" rIns="121899" bIns="60949" rtlCol="0">
            <a:normAutofit/>
          </a:bodyPr>
          <a:lstStyle/>
          <a:p>
            <a:r>
              <a:rPr lang="en-US" dirty="0"/>
              <a:t>Classes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C626D-FA0D-AD8A-83AB-EDDF589516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8883" y="1909763"/>
            <a:ext cx="5078677" cy="446532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Calibri (Body)"/>
                <a:cs typeface="+mj-cs"/>
              </a:rPr>
              <a:t>Hotel</a:t>
            </a:r>
            <a:endParaRPr lang="ar-SA" sz="2400" b="1" dirty="0">
              <a:latin typeface="Calibri (Body)"/>
              <a:cs typeface="+mj-cs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latin typeface="Calibri (Body)"/>
                <a:cs typeface="+mj-cs"/>
              </a:rPr>
              <a:t>Attributes: </a:t>
            </a:r>
          </a:p>
          <a:p>
            <a:pPr marL="304746" lvl="1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latin typeface="Calibri (Body)"/>
                <a:cs typeface="+mj-cs"/>
              </a:rPr>
              <a:t>name, rooms list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800" dirty="0">
              <a:latin typeface="Calibri (Body)"/>
              <a:cs typeface="+mj-cs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latin typeface="Calibri (Body)"/>
              <a:cs typeface="+mj-cs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latin typeface="Calibri (Body)"/>
                <a:cs typeface="+mj-cs"/>
              </a:rPr>
              <a:t>Methods: </a:t>
            </a:r>
          </a:p>
          <a:p>
            <a:pPr marL="304746" lvl="1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 err="1">
                <a:latin typeface="Calibri (Body)"/>
                <a:cs typeface="+mj-cs"/>
              </a:rPr>
              <a:t>add_room</a:t>
            </a:r>
            <a:r>
              <a:rPr lang="en-US" altLang="en-US" sz="2000" dirty="0">
                <a:latin typeface="Calibri (Body)"/>
                <a:cs typeface="+mj-cs"/>
              </a:rPr>
              <a:t>, </a:t>
            </a:r>
            <a:r>
              <a:rPr lang="en-US" altLang="en-US" sz="2000" dirty="0" err="1">
                <a:latin typeface="Calibri (Body)"/>
                <a:cs typeface="+mj-cs"/>
              </a:rPr>
              <a:t>remove_room</a:t>
            </a:r>
            <a:r>
              <a:rPr lang="en-US" altLang="en-US" sz="2000" dirty="0">
                <a:latin typeface="Calibri (Body)"/>
                <a:cs typeface="+mj-cs"/>
              </a:rPr>
              <a:t>, </a:t>
            </a:r>
            <a:r>
              <a:rPr lang="en-US" altLang="en-US" sz="2000" dirty="0" err="1">
                <a:latin typeface="Calibri (Body)"/>
                <a:cs typeface="+mj-cs"/>
              </a:rPr>
              <a:t>list_rooms</a:t>
            </a:r>
            <a:r>
              <a:rPr lang="en-US" altLang="en-US" sz="2000" dirty="0">
                <a:latin typeface="Calibri (Body)"/>
                <a:cs typeface="+mj-cs"/>
              </a:rPr>
              <a:t>, </a:t>
            </a:r>
            <a:r>
              <a:rPr lang="en-US" altLang="en-US" sz="2000" dirty="0" err="1">
                <a:latin typeface="Calibri (Body)"/>
                <a:cs typeface="+mj-cs"/>
              </a:rPr>
              <a:t>book_room</a:t>
            </a:r>
            <a:r>
              <a:rPr lang="en-US" altLang="en-US" sz="2000" dirty="0">
                <a:latin typeface="Calibri (Body)"/>
                <a:cs typeface="+mj-cs"/>
              </a:rPr>
              <a:t>, </a:t>
            </a:r>
            <a:r>
              <a:rPr lang="en-US" altLang="en-US" sz="2000" dirty="0" err="1">
                <a:latin typeface="Calibri (Body)"/>
                <a:cs typeface="+mj-cs"/>
              </a:rPr>
              <a:t>cancel_booking</a:t>
            </a:r>
            <a:r>
              <a:rPr lang="en-US" altLang="en-US" sz="2000" dirty="0">
                <a:latin typeface="Calibri (Body)"/>
                <a:cs typeface="+mj-cs"/>
              </a:rPr>
              <a:t>, </a:t>
            </a:r>
            <a:r>
              <a:rPr lang="en-US" altLang="en-US" sz="2000" dirty="0" err="1">
                <a:latin typeface="Calibri (Body)"/>
                <a:cs typeface="+mj-cs"/>
              </a:rPr>
              <a:t>find_guest_by_phone</a:t>
            </a:r>
            <a:endParaRPr lang="en-US" altLang="en-US" sz="2000" dirty="0">
              <a:latin typeface="Calibri (Body)"/>
              <a:cs typeface="+mj-cs"/>
            </a:endParaRPr>
          </a:p>
          <a:p>
            <a:pPr marL="457200" indent="-457200">
              <a:buFont typeface="+mj-lt"/>
              <a:buAutoNum type="arabicPeriod"/>
            </a:pPr>
            <a:endParaRPr lang="en-US" sz="1800" dirty="0">
              <a:latin typeface="Calibri (Body)"/>
              <a:cs typeface="+mj-cs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D64EA7C-C851-BEA5-AA42-CA5EE8FFC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3649" y="6356352"/>
            <a:ext cx="1015735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C014DD1E-5D91-48A3-AD6D-45FBA980D106}" type="slidenum">
              <a:rPr lang="en-US" sz="1700" smtClean="0"/>
              <a:pPr>
                <a:lnSpc>
                  <a:spcPct val="90000"/>
                </a:lnSpc>
                <a:spcAft>
                  <a:spcPts val="600"/>
                </a:spcAft>
              </a:pPr>
              <a:t>6</a:t>
            </a:fld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3058828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B7324-AE8F-EF7E-6305-A08B36AA6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2">
            <a:extLst>
              <a:ext uri="{FF2B5EF4-FFF2-40B4-BE49-F238E27FC236}">
                <a16:creationId xmlns:a16="http://schemas.microsoft.com/office/drawing/2014/main" id="{4CDDF8D8-5201-6A89-A6BA-163BC78F5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2" y="1154126"/>
            <a:ext cx="10360501" cy="1223963"/>
          </a:xfrm>
        </p:spPr>
        <p:txBody>
          <a:bodyPr vert="horz" lIns="121899" tIns="60949" rIns="121899" bIns="60949" rtlCol="0">
            <a:normAutofit/>
          </a:bodyPr>
          <a:lstStyle/>
          <a:p>
            <a:r>
              <a:rPr lang="en-US" dirty="0"/>
              <a:t>Classes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3824A-3F9C-AC9F-098C-397D2A024A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20456" y="2378089"/>
            <a:ext cx="5078677" cy="2728933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Calibri (Body)"/>
                <a:cs typeface="+mj-cs"/>
              </a:rPr>
              <a:t>Room</a:t>
            </a:r>
            <a:endParaRPr lang="ar-SA" sz="2400" b="1" dirty="0">
              <a:latin typeface="Calibri (Body)"/>
              <a:cs typeface="+mj-cs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latin typeface="Calibri (Body)"/>
                <a:cs typeface="+mj-cs"/>
              </a:rPr>
              <a:t>Attributes: </a:t>
            </a:r>
          </a:p>
          <a:p>
            <a:pPr marL="304746" lvl="1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000" dirty="0"/>
              <a:t>number, type, price, status, guests</a:t>
            </a:r>
            <a:endParaRPr lang="en-US" altLang="en-US" sz="1800" dirty="0">
              <a:latin typeface="Calibri (Body)"/>
              <a:cs typeface="+mj-cs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latin typeface="Calibri (Body)"/>
              <a:cs typeface="+mj-cs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latin typeface="Calibri (Body)"/>
                <a:cs typeface="+mj-cs"/>
              </a:rPr>
              <a:t>Methods: </a:t>
            </a:r>
          </a:p>
          <a:p>
            <a:pPr marL="304746" lvl="1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000" dirty="0" err="1"/>
              <a:t>add_guest</a:t>
            </a:r>
            <a:r>
              <a:rPr lang="en-US" sz="2000" dirty="0"/>
              <a:t>, </a:t>
            </a:r>
            <a:r>
              <a:rPr lang="en-US" sz="2000" dirty="0" err="1"/>
              <a:t>remove_guest</a:t>
            </a:r>
            <a:endParaRPr lang="en-US" sz="1800" dirty="0">
              <a:latin typeface="Calibri (Body)"/>
              <a:cs typeface="+mj-cs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1326256-D40F-864C-CED4-7CF11BAEC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3649" y="6356352"/>
            <a:ext cx="1015735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C014DD1E-5D91-48A3-AD6D-45FBA980D106}" type="slidenum">
              <a:rPr lang="en-US" sz="1700" smtClean="0"/>
              <a:pPr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2229250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648C1-700D-C252-9BC4-8C88BF5E0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2">
            <a:extLst>
              <a:ext uri="{FF2B5EF4-FFF2-40B4-BE49-F238E27FC236}">
                <a16:creationId xmlns:a16="http://schemas.microsoft.com/office/drawing/2014/main" id="{73EAB5CD-70E4-F8F8-B923-F85A7B411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979027"/>
            <a:ext cx="10360501" cy="1223963"/>
          </a:xfrm>
        </p:spPr>
        <p:txBody>
          <a:bodyPr vert="horz" lIns="121899" tIns="60949" rIns="121899" bIns="60949" rtlCol="0">
            <a:normAutofit/>
          </a:bodyPr>
          <a:lstStyle/>
          <a:p>
            <a:r>
              <a:rPr lang="en-US" dirty="0"/>
              <a:t>Classes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E4B14-E8D3-2C15-48AF-A5AD83C06C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8883" y="2202990"/>
            <a:ext cx="5078677" cy="3439052"/>
          </a:xfrm>
        </p:spPr>
        <p:txBody>
          <a:bodyPr>
            <a:normAutofit/>
          </a:bodyPr>
          <a:lstStyle/>
          <a:p>
            <a:r>
              <a:rPr lang="en-US" sz="2400" b="1" dirty="0"/>
              <a:t>User, Guest, Employee</a:t>
            </a:r>
            <a:endParaRPr lang="ar-SA" sz="2400" b="1" dirty="0"/>
          </a:p>
          <a:p>
            <a:r>
              <a:rPr lang="en-US" altLang="en-US" sz="1800" b="1" dirty="0">
                <a:latin typeface="Calibri (Body)"/>
                <a:cs typeface="+mj-cs"/>
              </a:rPr>
              <a:t>Attributes: </a:t>
            </a:r>
          </a:p>
          <a:p>
            <a:pPr marL="304746" lvl="1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000" dirty="0"/>
              <a:t>User: name</a:t>
            </a:r>
          </a:p>
          <a:p>
            <a:pPr marL="304746" lvl="1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dirty="0"/>
              <a:t>Guest: phone, booking</a:t>
            </a:r>
          </a:p>
          <a:p>
            <a:pPr marL="304746" lvl="1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dirty="0"/>
              <a:t>Employee: </a:t>
            </a:r>
            <a:r>
              <a:rPr lang="en-US" sz="1800" dirty="0" err="1"/>
              <a:t>emp_id</a:t>
            </a:r>
            <a:r>
              <a:rPr lang="en-US" sz="1800" dirty="0"/>
              <a:t>,</a:t>
            </a:r>
            <a:endParaRPr lang="en-US" altLang="en-US" sz="1800" dirty="0">
              <a:latin typeface="Calibri (Body)"/>
              <a:cs typeface="+mj-cs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latin typeface="Calibri (Body)"/>
              <a:cs typeface="+mj-cs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latin typeface="Calibri (Body)"/>
                <a:cs typeface="+mj-cs"/>
              </a:rPr>
              <a:t>Methods: </a:t>
            </a:r>
          </a:p>
          <a:p>
            <a:pPr marL="304746" lvl="1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latin typeface="Calibri (Body)"/>
                <a:cs typeface="+mj-cs"/>
              </a:rPr>
              <a:t>__</a:t>
            </a:r>
            <a:r>
              <a:rPr lang="en-US" altLang="en-US" sz="2000" dirty="0" err="1">
                <a:latin typeface="Calibri (Body)"/>
                <a:cs typeface="+mj-cs"/>
              </a:rPr>
              <a:t>init</a:t>
            </a:r>
            <a:r>
              <a:rPr lang="en-US" altLang="en-US" sz="2000" dirty="0">
                <a:latin typeface="Calibri (Body)"/>
                <a:cs typeface="+mj-cs"/>
              </a:rPr>
              <a:t>__</a:t>
            </a:r>
          </a:p>
          <a:p>
            <a:pPr marL="304746" lvl="1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000" dirty="0">
                <a:latin typeface="Calibri (Body)"/>
                <a:cs typeface="+mj-cs"/>
              </a:rPr>
              <a:t>Employee: </a:t>
            </a:r>
            <a:r>
              <a:rPr lang="en-US" sz="2000" dirty="0" err="1"/>
              <a:t>add_room</a:t>
            </a:r>
            <a:r>
              <a:rPr lang="en-US" sz="1800" dirty="0">
                <a:latin typeface="Calibri (Body)"/>
                <a:cs typeface="+mj-cs"/>
              </a:rPr>
              <a:t>, </a:t>
            </a:r>
            <a:r>
              <a:rPr lang="en-US" sz="2000" dirty="0" err="1">
                <a:latin typeface="Calibri (Body)"/>
                <a:cs typeface="+mj-cs"/>
              </a:rPr>
              <a:t>remove</a:t>
            </a:r>
            <a:r>
              <a:rPr lang="en-US" sz="2000" dirty="0" err="1"/>
              <a:t>_room</a:t>
            </a:r>
            <a:endParaRPr lang="en-US" sz="20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B4BABF-6B1B-34BF-6F7E-BAB67595C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3649" y="6356352"/>
            <a:ext cx="1015735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C014DD1E-5D91-48A3-AD6D-45FBA980D106}" type="slidenum">
              <a:rPr lang="en-US" sz="1700" smtClean="0"/>
              <a:pPr>
                <a:lnSpc>
                  <a:spcPct val="90000"/>
                </a:lnSpc>
                <a:spcAft>
                  <a:spcPts val="600"/>
                </a:spcAft>
              </a:pPr>
              <a:t>8</a:t>
            </a:fld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2681516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111879" y="3072008"/>
            <a:ext cx="10360501" cy="17431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https://dsaihotelmanagetwebiste-dctmejyuugsxmhchtfkpen.streamlit.app/</a:t>
            </a:r>
          </a:p>
        </p:txBody>
      </p:sp>
      <p:sp>
        <p:nvSpPr>
          <p:cNvPr id="3" name="Title 12">
            <a:extLst>
              <a:ext uri="{FF2B5EF4-FFF2-40B4-BE49-F238E27FC236}">
                <a16:creationId xmlns:a16="http://schemas.microsoft.com/office/drawing/2014/main" id="{D366E961-57D1-DEBB-B376-B7C1BB4F5050}"/>
              </a:ext>
            </a:extLst>
          </p:cNvPr>
          <p:cNvSpPr txBox="1">
            <a:spLocks/>
          </p:cNvSpPr>
          <p:nvPr/>
        </p:nvSpPr>
        <p:spPr>
          <a:xfrm>
            <a:off x="1111879" y="940788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cap="all" spc="200" dirty="0"/>
              <a:t>demo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B4DB3D-5DC1-79B9-0BF6-10F97219E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E03F2-2A98-21F8-9F0F-E03FDC266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/>
          <a:p>
            <a:r>
              <a:rPr lang="en-US"/>
              <a:t>Thank you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9A775B-92E5-9974-85AF-A589F1B0D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85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fe9d261-cfa9-4f93-b54b-b3cbc5732c6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346D35A08B034AA27EDBC018893BFF" ma:contentTypeVersion="9" ma:contentTypeDescription="Create a new document." ma:contentTypeScope="" ma:versionID="be8859e6ab63aa307b3ed8ae50174191">
  <xsd:schema xmlns:xsd="http://www.w3.org/2001/XMLSchema" xmlns:xs="http://www.w3.org/2001/XMLSchema" xmlns:p="http://schemas.microsoft.com/office/2006/metadata/properties" xmlns:ns3="9fe9d261-cfa9-4f93-b54b-b3cbc5732c67" xmlns:ns4="cdf45b43-97a5-4327-8468-7a1bc0330144" targetNamespace="http://schemas.microsoft.com/office/2006/metadata/properties" ma:root="true" ma:fieldsID="07f1e6e2641dd59c8a068ddb21c4df7e" ns3:_="" ns4:_="">
    <xsd:import namespace="9fe9d261-cfa9-4f93-b54b-b3cbc5732c67"/>
    <xsd:import namespace="cdf45b43-97a5-4327-8468-7a1bc033014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e9d261-cfa9-4f93-b54b-b3cbc5732c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f45b43-97a5-4327-8468-7a1bc033014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0C67BEE-D13F-4BD2-98A5-34D8A0977F68}">
  <ds:schemaRefs>
    <ds:schemaRef ds:uri="9fe9d261-cfa9-4f93-b54b-b3cbc5732c67"/>
    <ds:schemaRef ds:uri="http://purl.org/dc/elements/1.1/"/>
    <ds:schemaRef ds:uri="http://schemas.microsoft.com/office/2006/documentManagement/types"/>
    <ds:schemaRef ds:uri="http://purl.org/dc/dcmitype/"/>
    <ds:schemaRef ds:uri="cdf45b43-97a5-4327-8468-7a1bc0330144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0AF6AEE-00D5-4E4A-B483-EA9057DA5F5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1E58B0B-495F-42E7-895F-8B46A321B0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e9d261-cfa9-4f93-b54b-b3cbc5732c67"/>
    <ds:schemaRef ds:uri="cdf45b43-97a5-4327-8468-7a1bc033014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143</TotalTime>
  <Words>195</Words>
  <Application>Microsoft Office PowerPoint</Application>
  <PresentationFormat>Custom</PresentationFormat>
  <Paragraphs>59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(Body)</vt:lpstr>
      <vt:lpstr>Courier New</vt:lpstr>
      <vt:lpstr>Tech 16x9</vt:lpstr>
      <vt:lpstr>Hotel Management System</vt:lpstr>
      <vt:lpstr>Prepared by:</vt:lpstr>
      <vt:lpstr>Overview</vt:lpstr>
      <vt:lpstr>Introduction</vt:lpstr>
      <vt:lpstr>UML</vt:lpstr>
      <vt:lpstr>Classes Description</vt:lpstr>
      <vt:lpstr>Classes Description</vt:lpstr>
      <vt:lpstr>Classes Description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HiwarBot</dc:title>
  <dc:creator>نايف العثمان ID 442102723</dc:creator>
  <cp:lastModifiedBy>فهد الغفيلي ID 442102948</cp:lastModifiedBy>
  <cp:revision>8</cp:revision>
  <dcterms:created xsi:type="dcterms:W3CDTF">2024-04-15T09:39:54Z</dcterms:created>
  <dcterms:modified xsi:type="dcterms:W3CDTF">2026-02-22T21:48:52Z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0x01010014346D35A08B034AA27EDBC018893BFF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